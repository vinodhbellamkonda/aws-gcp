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Multi-Cloud Billing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5E7EB"/>
                </a:solidFill>
              </a:defRPr>
            </a:pPr>
            <a:r>
              <a:t>Unified view of cloud spend, idle resources, and optimization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Cloud spending is spread across AWS and GCP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Teams do not always know where money is going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Idle and underused resources keep increasing cost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Budget visibility is limited without a single dashboard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Decision-making becomes slower and less accurate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What the dashboard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Total cloud spend and forecast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AWS vs GCP comparison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Region-wise cost comparison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Idle and unused resources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AI-generated optimization suggestions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Budget usage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Idle resource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Stopped or underused virtual machines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Unused disks, snapshots, or storage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Idle IPs and load balancers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Resources still active in expensive regions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These resources keep creating cost without useful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Instance rightsizing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Identifies cloud instances that are larger than needed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Detects low CPU or low memory usage over time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Suggests smaller instance sizes for savings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Helps reduce cost without affecting workload drastically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Important for underused development and non-production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AI-based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Recommends rightsizing compute instances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Highlights underused storage and idle assets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Suggests moving workloads to lower-cost regions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Recommends archive or cleanup actions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Turns data into actionable cost-saving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? Lower monthly cloud cost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Better cost visibility for teams and managers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Improved forecasting and budgeting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Faster decisions based on actual usage and waste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? More control over multi-cloud expenses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Final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This dashboard brings cloud cost information into one place.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It helps organizations identify waste, monitor spending, and use AI for actionable savings.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The solution is ready for demo use and can be connected to real AWS and GCP data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