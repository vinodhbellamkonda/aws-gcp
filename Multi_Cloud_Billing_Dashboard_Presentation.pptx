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FFFFFF"/>
                </a:solidFill>
              </a:defRPr>
            </a:pPr>
            <a:r>
              <a:t>Multi-Cloud Cost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Unified view of cloud spending, resource waste, and AI-powered savings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4754880" cy="2194560"/>
          </a:xfrm>
          <a:prstGeom prst="rect">
            <a:avLst/>
          </a:prstGeom>
          <a:solidFill>
            <a:srgbClr val="141414"/>
          </a:solidFill>
          <a:ln w="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What it shows:</a:t>
            </a:r>
          </a:p>
          <a:p>
            <a:pPr>
              <a:defRPr sz="1600" b="0">
                <a:solidFill>
                  <a:srgbClr val="EBEBEB"/>
                </a:solidFill>
              </a:defRPr>
            </a:pPr>
            <a:r>
              <a:t>? Total cloud spend</a:t>
            </a:r>
          </a:p>
          <a:p>
            <a:pPr>
              <a:defRPr sz="1600" b="0">
                <a:solidFill>
                  <a:srgbClr val="EBEBEB"/>
                </a:solidFill>
              </a:defRPr>
            </a:pPr>
            <a:r>
              <a:t>? AWS vs GCP comparison</a:t>
            </a:r>
          </a:p>
          <a:p>
            <a:pPr>
              <a:defRPr sz="1600" b="0">
                <a:solidFill>
                  <a:srgbClr val="EBEBEB"/>
                </a:solidFill>
              </a:defRPr>
            </a:pPr>
            <a:r>
              <a:t>? Cost trends and forecast</a:t>
            </a:r>
          </a:p>
          <a:p>
            <a:pPr>
              <a:defRPr sz="1600" b="0">
                <a:solidFill>
                  <a:srgbClr val="EBEBEB"/>
                </a:solidFill>
              </a:defRPr>
            </a:pPr>
            <a:r>
              <a:t>? Idle resources and waste</a:t>
            </a:r>
          </a:p>
          <a:p>
            <a:pPr>
              <a:defRPr sz="1600" b="0">
                <a:solidFill>
                  <a:srgbClr val="EBEBEB"/>
                </a:solidFill>
              </a:defRPr>
            </a:pPr>
            <a:r>
              <a:t>? AI recommendations for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3566160"/>
            <a:ext cx="2011680" cy="10972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3108960"/>
            <a:ext cx="1920240" cy="14630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4937760"/>
            <a:ext cx="2834640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4754880"/>
            <a:ext cx="109728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Designed to help organizations reduce cloud waste and understand spending clearly.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303520" cy="4389120"/>
          </a:xfrm>
          <a:prstGeom prst="rect">
            <a:avLst/>
          </a:prstGeom>
          <a:solidFill>
            <a:srgbClr val="FFFFFF"/>
          </a:solidFill>
          <a:ln w="1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Cloud spending is spread across: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AWS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GCP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different regions and teams</a:t>
            </a:r>
          </a:p>
          <a:p>
            <a:pPr>
              <a:defRPr sz="1800" b="1">
                <a:solidFill>
                  <a:srgbClr val="111111"/>
                </a:solidFill>
              </a:defRPr>
            </a:pP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Without a single view, it is hard to know: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where money is going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which resources are idle</a:t>
            </a:r>
          </a:p>
          <a:p>
            <a:pPr>
              <a:defRPr sz="1600" b="0">
                <a:solidFill>
                  <a:srgbClr val="111111"/>
                </a:solidFill>
              </a:defRPr>
            </a:pPr>
            <a:r>
              <a:t>? how to reduce waste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463040"/>
            <a:ext cx="4937760" cy="29260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Result: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? unexpected cloud bills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? lost budget visibility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? slower decisions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? wasted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What the dashboard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017520" cy="155448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Total Spend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Current month cost across AWS and GCP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017520" cy="155448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Forecast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Expected monthly total based on current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188720"/>
            <a:ext cx="3474720" cy="155448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Budget Usage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How much of the expected cost is already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5303520" cy="246888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Provider Comparison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Which cloud provider is spending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200400"/>
            <a:ext cx="5120640" cy="246888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Region Cost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Cost differences by geography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Idle resource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9601200" cy="54864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? Stopped or unused virtual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9601200" cy="54864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? Idle storage or orphaned disks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9601200" cy="54864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? Underused load balancers and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9601200" cy="54864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? Resources still running in expensive regions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663440"/>
            <a:ext cx="9601200" cy="54864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? Waste that keeps increasing monthly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AI-based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Right-size compute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Recommend smaller instance sizes when utilization is 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37160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Reduce idle resources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Shut down or remove unused cloud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Move to cheaper regions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Use lower-cost region options for non-latency-sensitive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47548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Archive old storage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Move less-used data to cheaper storage options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749039"/>
            <a:ext cx="5303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Improve autoscaling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Align workload scale with actual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56032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11111"/>
                </a:solidFill>
              </a:defRPr>
            </a:pPr>
            <a:r>
              <a:t>Lower cost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Reduce waste in compute, storage, and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371600"/>
            <a:ext cx="256032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11111"/>
                </a:solidFill>
              </a:defRPr>
            </a:pPr>
            <a:r>
              <a:t>Better planning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Track spending against forecast and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371600"/>
            <a:ext cx="256032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11111"/>
                </a:solidFill>
              </a:defRPr>
            </a:pPr>
            <a:r>
              <a:t>Faster decisions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See where cost is increasing before it becomes a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0" y="1371600"/>
            <a:ext cx="1188720" cy="210312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ROI</a:t>
            </a:r>
          </a:p>
          <a:p>
            <a:pPr>
              <a:defRPr sz="1100">
                <a:solidFill>
                  <a:srgbClr val="E6E6E6"/>
                </a:solidFill>
              </a:defRPr>
            </a:pPr>
            <a:r>
              <a:t>Save more by acting early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status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6926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We have built a working cloud cost dashboard that presents:</a:t>
            </a:r>
          </a:p>
          <a:p>
            <a:pPr>
              <a:defRPr sz="1900" b="0">
                <a:solidFill>
                  <a:srgbClr val="FFFFFF"/>
                </a:solidFill>
              </a:defRPr>
            </a:pPr>
            <a:r>
              <a:t>? spend summary across AWS and GCP</a:t>
            </a:r>
          </a:p>
          <a:p>
            <a:pPr>
              <a:defRPr sz="1900" b="0">
                <a:solidFill>
                  <a:srgbClr val="FFFFFF"/>
                </a:solidFill>
              </a:defRPr>
            </a:pPr>
            <a:r>
              <a:t>? cost trends and forecast</a:t>
            </a:r>
          </a:p>
          <a:p>
            <a:pPr>
              <a:defRPr sz="1900" b="0">
                <a:solidFill>
                  <a:srgbClr val="FFFFFF"/>
                </a:solidFill>
              </a:defRPr>
            </a:pPr>
            <a:r>
              <a:t>? idle resource detection</a:t>
            </a:r>
          </a:p>
          <a:p>
            <a:pPr>
              <a:defRPr sz="1900" b="0">
                <a:solidFill>
                  <a:srgbClr val="FFFFFF"/>
                </a:solidFill>
              </a:defRPr>
            </a:pPr>
            <a:r>
              <a:t>? AI-driven suggestions for optimization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</a:p>
          <a:p>
            <a:pPr>
              <a:defRPr sz="1900" b="0">
                <a:solidFill>
                  <a:srgbClr val="FFFFFF"/>
                </a:solidFill>
              </a:defRPr>
            </a:pPr>
            <a:r>
              <a:t>Next step: connect to real billing and usage data from AWS and GCP for live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