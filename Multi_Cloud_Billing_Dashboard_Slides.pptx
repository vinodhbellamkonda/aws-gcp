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Multi-Cloud Billing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DCDC"/>
                </a:solidFill>
              </a:defRPr>
            </a:pPr>
            <a:r>
              <a:t>Unified view of cloud cost, wasted resources, and AI-powered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Problem we are solving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Organizations often run workloads on multiple cloud platforms like AWS and GCP.</a:t>
            </a:r>
          </a:p>
          <a:p>
            <a:pPr>
              <a:defRPr sz="2000" b="1">
                <a:solidFill>
                  <a:srgbClr val="111111"/>
                </a:solidFill>
              </a:defRPr>
            </a:pPr>
            <a:r>
              <a:t>Without one dashboard, it is hard to see: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where money is being spent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which services are expensive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which resources are idle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which workloads can be optimized</a:t>
            </a:r>
          </a:p>
          <a:p>
            <a:pPr>
              <a:defRPr sz="2000" b="1">
                <a:solidFill>
                  <a:srgbClr val="111111"/>
                </a:solidFill>
              </a:defRPr>
            </a:pPr>
            <a:r>
              <a:t>This creates hidden waste and poor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What the dashboard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192024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Spend Overview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Total cost, forecast, and budget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474720" cy="192024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Provider Comparison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AWS and GCP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0"/>
            <a:ext cx="3383280" cy="192024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Regional Cost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Cost differences by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4846320" cy="164592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Idle Resources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Stopped VMs, disks, underused assets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3749039"/>
            <a:ext cx="5303520" cy="164592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t>AI Recommendations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Suggestions for optimization and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Idle resources and waste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9875520" cy="475488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? Stopped or unused virtual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9875520" cy="475488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? Idle storage and orphaned disks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9875520" cy="475488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? Unused load balancers and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9875520" cy="475488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? Resources running in expensive regions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9875520" cy="475488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? Waste that keeps increasing monthly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Instance rightsizing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241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This section identifies instances that are larger than needed.</a:t>
            </a:r>
          </a:p>
          <a:p>
            <a:pPr>
              <a:defRPr sz="2000" b="1">
                <a:solidFill>
                  <a:srgbClr val="111111"/>
                </a:solidFill>
              </a:defRPr>
            </a:pPr>
            <a:r>
              <a:t>Examples: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low CPU utilization for long periods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idle machines still running during off-hours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? oversized instance types in a specific region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t>The dashboard suggests a smaller instance size to reduce cost.</a:t>
            </a:r>
          </a:p>
          <a:p>
            <a:pPr>
              <a:defRPr sz="2000" b="1">
                <a:solidFill>
                  <a:srgbClr val="111111"/>
                </a:solidFill>
              </a:defRPr>
            </a:pPr>
            <a:r>
              <a:t>This helps organizations save money without major service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AI-based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74720" cy="1645920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Right size EC2 / VM</a:t>
            </a:r>
          </a:p>
          <a:p>
            <a:pPr>
              <a:defRPr sz="1100">
                <a:solidFill>
                  <a:srgbClr val="DCDCDC"/>
                </a:solidFill>
              </a:defRPr>
            </a:pPr>
            <a:r>
              <a:t>Reduce oversized compute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554480"/>
            <a:ext cx="3474720" cy="1645920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Remove idle resources</a:t>
            </a:r>
          </a:p>
          <a:p>
            <a:pPr>
              <a:defRPr sz="1100">
                <a:solidFill>
                  <a:srgbClr val="DCDCDC"/>
                </a:solidFill>
              </a:defRPr>
            </a:pPr>
            <a:r>
              <a:t>Cut unused assets and orphaned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554480"/>
            <a:ext cx="3383280" cy="1645920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Move to cheaper region</a:t>
            </a:r>
          </a:p>
          <a:p>
            <a:pPr>
              <a:defRPr sz="1100">
                <a:solidFill>
                  <a:srgbClr val="DCDCDC"/>
                </a:solidFill>
              </a:defRPr>
            </a:pPr>
            <a:r>
              <a:t>Shift non-critical workloads to lower-cost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4846320" cy="1645920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Archive old data</a:t>
            </a:r>
          </a:p>
          <a:p>
            <a:pPr>
              <a:defRPr sz="1100">
                <a:solidFill>
                  <a:srgbClr val="DCDCDC"/>
                </a:solidFill>
              </a:defRPr>
            </a:pPr>
            <a:r>
              <a:t>Move cold data to cheaper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3840480"/>
            <a:ext cx="5212080" cy="1645920"/>
          </a:xfrm>
          <a:prstGeom prst="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Improve autoscaling</a:t>
            </a:r>
          </a:p>
          <a:p>
            <a:pPr>
              <a:defRPr sz="1100">
                <a:solidFill>
                  <a:srgbClr val="DCDCDC"/>
                </a:solidFill>
              </a:defRPr>
            </a:pPr>
            <a:r>
              <a:t>Align workloads with actual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111"/>
                </a:solidFill>
              </a:defRPr>
            </a:pPr>
            <a: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4663440" cy="155448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Lower cost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Reduce waste and avoid paying for unused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463040"/>
            <a:ext cx="4663440" cy="155448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Better forecasting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Track actual usage against expected monthly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74720"/>
            <a:ext cx="4663440" cy="155448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Faster decisions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See cost problems before they become expensive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474720"/>
            <a:ext cx="4663440" cy="1554480"/>
          </a:xfrm>
          <a:prstGeom prst="rect">
            <a:avLst/>
          </a:prstGeom>
          <a:solidFill>
            <a:srgbClr val="F4F4F4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111"/>
                </a:solidFill>
              </a:defRPr>
            </a:pPr>
            <a:r>
              <a:t>Operational clarity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Easy to understand for business and technical 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We built a dashboard that brings AWS and GCP cost into one place.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It helps teams monitor cost, detect idle resources, and get AI-based recommendations for savings.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This is a strong foundation for real cloud integration and operational cost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